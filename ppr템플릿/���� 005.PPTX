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60" r:id="rId4"/>
    <p:sldId id="259" r:id="rId5"/>
  </p:sldIdLst>
  <p:sldSz cx="9145588" cy="6859588"/>
  <p:notesSz cx="6858000" cy="9144000"/>
  <p:defaultTextStyle>
    <a:defPPr>
      <a:defRPr lang="ko-KR"/>
    </a:defPPr>
    <a:lvl1pPr marL="0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8671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7341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86012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14683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43354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72024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00695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29366" algn="l" defTabSz="857341" rtl="0" eaLnBrk="1" latinLnBrk="1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9BE2"/>
    <a:srgbClr val="047465"/>
    <a:srgbClr val="965DE1"/>
    <a:srgbClr val="BC98EC"/>
    <a:srgbClr val="D7C2F4"/>
    <a:srgbClr val="F07C7C"/>
    <a:srgbClr val="800000"/>
    <a:srgbClr val="FFDF62"/>
    <a:srgbClr val="6BA9E1"/>
    <a:srgbClr val="C5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992" y="-390"/>
      </p:cViewPr>
      <p:guideLst>
        <p:guide orient="horz" pos="2161"/>
        <p:guide pos="28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28F9B-1627-4939-9DBE-0421917C3F99}" type="datetimeFigureOut">
              <a:rPr lang="ko-KR" altLang="en-US" smtClean="0"/>
              <a:t>2018-10-16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A1F3F-A412-498C-AA5F-2A6A274C3E7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457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8671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7341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86012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14683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43354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72024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00695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29366" algn="l" defTabSz="85734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A1F3F-A412-498C-AA5F-2A6A274C3E7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061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"/>
            <a:ext cx="9145588" cy="685919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426" y="1134152"/>
            <a:ext cx="6624736" cy="459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86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solidFill>
          <a:srgbClr val="F0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"/>
            <a:ext cx="9145588" cy="685919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61" y="1318762"/>
            <a:ext cx="7344816" cy="50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09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 userDrawn="1"/>
        </p:nvSpPr>
        <p:spPr>
          <a:xfrm>
            <a:off x="124921" y="650058"/>
            <a:ext cx="8875108" cy="5798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481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bg>
      <p:bgPr>
        <a:solidFill>
          <a:srgbClr val="F07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"/>
            <a:ext cx="9145588" cy="6859191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0"/>
            <a:ext cx="9145588" cy="6859588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0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7C7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760" y="365212"/>
            <a:ext cx="7888070" cy="1325870"/>
          </a:xfrm>
          <a:prstGeom prst="rect">
            <a:avLst/>
          </a:prstGeom>
        </p:spPr>
        <p:txBody>
          <a:bodyPr vert="horz" lIns="85734" tIns="42867" rIns="85734" bIns="42867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760" y="1826048"/>
            <a:ext cx="7888070" cy="4352345"/>
          </a:xfrm>
          <a:prstGeom prst="rect">
            <a:avLst/>
          </a:prstGeom>
        </p:spPr>
        <p:txBody>
          <a:bodyPr vert="horz" lIns="85734" tIns="42867" rIns="85734" bIns="42867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759" y="6357824"/>
            <a:ext cx="2057757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A691F-5D28-4F4B-BC8A-8C67B6A34159}" type="datetimeFigureOut">
              <a:rPr lang="ko-KR" altLang="en-US" smtClean="0"/>
              <a:t>2018-10-16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9477" y="6357824"/>
            <a:ext cx="3086636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072" y="6357824"/>
            <a:ext cx="2057757" cy="365210"/>
          </a:xfrm>
          <a:prstGeom prst="rect">
            <a:avLst/>
          </a:prstGeom>
        </p:spPr>
        <p:txBody>
          <a:bodyPr vert="horz" lIns="85734" tIns="42867" rIns="85734" bIns="4286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BF512-3BEE-44D9-9C69-0A8B34FC7B3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838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77" r:id="rId4"/>
  </p:sldLayoutIdLst>
  <p:timing>
    <p:tnLst>
      <p:par>
        <p:cTn id="1" dur="indefinite" restart="never" nodeType="tmRoot"/>
      </p:par>
    </p:tnLst>
  </p:timing>
  <p:txStyles>
    <p:titleStyle>
      <a:lvl1pPr algn="l" defTabSz="857341" rtl="0" eaLnBrk="1" latinLnBrk="1" hangingPunct="1">
        <a:lnSpc>
          <a:spcPct val="90000"/>
        </a:lnSpc>
        <a:spcBef>
          <a:spcPct val="0"/>
        </a:spcBef>
        <a:buNone/>
        <a:defRPr sz="4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35" indent="-214335" algn="l" defTabSz="857341" rtl="0" eaLnBrk="1" latinLnBrk="1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3006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71677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00348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29018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57689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86360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15030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43701" indent="-214335" algn="l" defTabSz="857341" rtl="0" eaLnBrk="1" latinLnBrk="1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8671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41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86012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683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3354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72024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00695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29366" algn="l" defTabSz="85734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404047" y="6207067"/>
            <a:ext cx="2801880" cy="3249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600" b="0" smtClean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LOGO</a:t>
            </a:r>
            <a:endParaRPr lang="en-US" sz="1600" b="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029354" y="6235642"/>
            <a:ext cx="2801880" cy="3249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r"/>
            <a:r>
              <a:rPr lang="en-US" altLang="ko-KR" sz="1600" b="0" smtClean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CAMPANY NAME</a:t>
            </a:r>
            <a:endParaRPr lang="en-US" sz="1600" b="0" dirty="0">
              <a:solidFill>
                <a:schemeClr val="accent6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1908498" y="2516144"/>
            <a:ext cx="5328592" cy="1150054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>
              <a:lnSpc>
                <a:spcPts val="4600"/>
              </a:lnSpc>
            </a:pPr>
            <a:r>
              <a:rPr lang="en-US" sz="4800" b="0" spc="600" smtClean="0">
                <a:solidFill>
                  <a:srgbClr val="047465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BUSINESS</a:t>
            </a:r>
          </a:p>
          <a:p>
            <a:pPr algn="ctr">
              <a:lnSpc>
                <a:spcPts val="4600"/>
              </a:lnSpc>
            </a:pPr>
            <a:r>
              <a:rPr lang="en-US" sz="4800" b="0" spc="300" smtClean="0">
                <a:solidFill>
                  <a:srgbClr val="047465"/>
                </a:solidFill>
              </a:rPr>
              <a:t>TEMPLATE</a:t>
            </a:r>
            <a:endParaRPr lang="en-US" sz="4800" b="0" spc="300" dirty="0">
              <a:solidFill>
                <a:srgbClr val="047465"/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8206" y="4740504"/>
            <a:ext cx="2349176" cy="2708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1400" b="0" smtClean="0">
                <a:solidFill>
                  <a:srgbClr val="04746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2018.00.00</a:t>
            </a:r>
            <a:endParaRPr lang="en-US" altLang="ko-KR" sz="1400" b="0" dirty="0">
              <a:solidFill>
                <a:srgbClr val="047465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93999" y="3749539"/>
            <a:ext cx="5184576" cy="2708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1400" b="0" spc="100">
                <a:solidFill>
                  <a:srgbClr val="04746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Our best picks are worth the hype.</a:t>
            </a:r>
            <a:endParaRPr lang="en-US" altLang="ko-KR" sz="1400" b="0" spc="100" dirty="0">
              <a:solidFill>
                <a:srgbClr val="047465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419600" y="4455607"/>
            <a:ext cx="333375" cy="0"/>
          </a:xfrm>
          <a:prstGeom prst="line">
            <a:avLst/>
          </a:prstGeom>
          <a:ln w="254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6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001888" y="686387"/>
            <a:ext cx="3159274" cy="262692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000" b="0" spc="600" smtClean="0">
                <a:solidFill>
                  <a:schemeClr val="bg1"/>
                </a:solidFill>
              </a:rPr>
              <a:t>CONTENTS</a:t>
            </a:r>
            <a:endParaRPr lang="en-US" sz="2000" b="0" spc="600" dirty="0">
              <a:solidFill>
                <a:schemeClr val="bg1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4183891" y="2168537"/>
            <a:ext cx="4254234" cy="46639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abcdefg.com contribute not only to the forms</a:t>
            </a:r>
          </a:p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&amp; documents but also success vision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711628" y="2187114"/>
            <a:ext cx="1403790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800" b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TEXT TITLE</a:t>
            </a:r>
            <a:endParaRPr lang="en-US" sz="1800" b="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2235225" y="2187114"/>
            <a:ext cx="381505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1800" b="0" spc="-150" smtClean="0">
                <a:solidFill>
                  <a:srgbClr val="239BE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01</a:t>
            </a:r>
            <a:endParaRPr lang="en-US" sz="1800" b="0" spc="-150" dirty="0">
              <a:solidFill>
                <a:srgbClr val="239BE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183891" y="3053521"/>
            <a:ext cx="4254234" cy="46639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abcdefg.com contribute not only to the forms</a:t>
            </a:r>
          </a:p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&amp; documents but also success vision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2711628" y="3072098"/>
            <a:ext cx="1403790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800" b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TEXT TITLE</a:t>
            </a:r>
            <a:endParaRPr lang="en-US" sz="1800" b="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235225" y="3072098"/>
            <a:ext cx="381505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1800" b="0" spc="-150" smtClean="0">
                <a:solidFill>
                  <a:srgbClr val="239BE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02</a:t>
            </a:r>
            <a:endParaRPr lang="en-US" sz="1800" b="0" spc="-150" dirty="0">
              <a:solidFill>
                <a:srgbClr val="239BE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4183891" y="3937341"/>
            <a:ext cx="4254234" cy="46639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abcdefg.com contribute not only to the forms</a:t>
            </a:r>
          </a:p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&amp; documents but also success vision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711628" y="3955918"/>
            <a:ext cx="1403790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800" b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TEXT TITLE</a:t>
            </a:r>
            <a:endParaRPr lang="en-US" sz="1800" b="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2235225" y="3955918"/>
            <a:ext cx="381505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1800" b="0" spc="-150" smtClean="0">
                <a:solidFill>
                  <a:srgbClr val="239BE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03</a:t>
            </a:r>
            <a:endParaRPr lang="en-US" sz="1800" b="0" spc="-150" dirty="0">
              <a:solidFill>
                <a:srgbClr val="239BE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4183891" y="4910949"/>
            <a:ext cx="4254234" cy="46639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abcdefg.com contribute not only to the forms</a:t>
            </a:r>
          </a:p>
          <a:p>
            <a:r>
              <a:rPr lang="en-US" altLang="ko-KR" sz="1100" b="0">
                <a:solidFill>
                  <a:schemeClr val="tx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&amp; documents but also success vision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711628" y="4929526"/>
            <a:ext cx="1403790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800" b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TEXT TITLE</a:t>
            </a:r>
            <a:endParaRPr lang="en-US" sz="1800" b="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2235225" y="4929526"/>
            <a:ext cx="381505" cy="2944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1800" b="0" spc="-150" smtClean="0">
                <a:solidFill>
                  <a:srgbClr val="239BE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04</a:t>
            </a:r>
            <a:endParaRPr lang="en-US" sz="1800" b="0" spc="-150" dirty="0">
              <a:solidFill>
                <a:srgbClr val="239BE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46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759749" y="218745"/>
            <a:ext cx="2651651" cy="2263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en-US" altLang="ko-KR" sz="1800" b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MAIN TITLE TEXT HERE</a:t>
            </a:r>
            <a:endParaRPr lang="en-US" sz="18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69437" y="144918"/>
            <a:ext cx="441375" cy="29065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2800" b="0" spc="-150" smtClean="0">
                <a:solidFill>
                  <a:schemeClr val="bg1"/>
                </a:solidFill>
              </a:rPr>
              <a:t>01</a:t>
            </a:r>
            <a:endParaRPr lang="en-US" sz="2800" b="0" spc="-150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2884" y="838200"/>
            <a:ext cx="8518382" cy="5448672"/>
          </a:xfrm>
          <a:prstGeom prst="rect">
            <a:avLst/>
          </a:prstGeom>
        </p:spPr>
        <p:txBody>
          <a:bodyPr lIns="0" tIns="0" rIns="0" bIns="0"/>
          <a:lstStyle>
            <a:lvl1pPr marL="0" indent="-2880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0000" indent="-252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lt"/>
              <a:buAutoNum type="arabicPeriod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lt"/>
              <a:buAutoNum type="alphaUcPeriod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52000" indent="-180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+mj-ea"/>
              <a:buAutoNum type="circleNumDbPlain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40000" indent="-108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600" b="0" spc="-100" dirty="0">
                <a:solidFill>
                  <a:schemeClr val="tx1"/>
                </a:solidFill>
                <a:latin typeface="Noto Sans KR Medium" pitchFamily="34" charset="-127"/>
                <a:ea typeface="Noto Sans KR Medium" pitchFamily="34" charset="-127"/>
              </a:rPr>
              <a:t>마스터 텍스트 스타일을 편집합니다</a:t>
            </a:r>
          </a:p>
          <a:p>
            <a:pPr lvl="1">
              <a:lnSpc>
                <a:spcPct val="80000"/>
              </a:lnSpc>
            </a:pPr>
            <a:r>
              <a:rPr lang="ko-KR" altLang="en-US" sz="1600" spc="9" dirty="0">
                <a:solidFill>
                  <a:schemeClr val="tx1"/>
                </a:solidFill>
                <a:latin typeface="Noto Sans KR Medium" pitchFamily="34" charset="-127"/>
                <a:ea typeface="Noto Sans KR Medium" pitchFamily="34" charset="-127"/>
              </a:rPr>
              <a:t>둘째 수준</a:t>
            </a:r>
          </a:p>
          <a:p>
            <a:pPr lvl="2">
              <a:lnSpc>
                <a:spcPct val="80000"/>
              </a:lnSpc>
            </a:pPr>
            <a:r>
              <a:rPr lang="ko-KR" altLang="en-US" sz="1500" spc="9" dirty="0">
                <a:solidFill>
                  <a:schemeClr val="tx1"/>
                </a:solidFill>
                <a:latin typeface="Noto Sans KR Medium" pitchFamily="34" charset="-127"/>
                <a:ea typeface="Noto Sans KR Medium" pitchFamily="34" charset="-127"/>
              </a:rPr>
              <a:t>셋째 수준</a:t>
            </a:r>
          </a:p>
          <a:p>
            <a:pPr lvl="3">
              <a:lnSpc>
                <a:spcPct val="80000"/>
              </a:lnSpc>
            </a:pPr>
            <a:r>
              <a:rPr lang="ko-KR" altLang="en-US" spc="9" dirty="0">
                <a:solidFill>
                  <a:schemeClr val="tx1"/>
                </a:solidFill>
                <a:latin typeface="Noto Sans KR Medium" pitchFamily="34" charset="-127"/>
                <a:ea typeface="Noto Sans KR Medium" pitchFamily="34" charset="-127"/>
              </a:rPr>
              <a:t>넷째 수준</a:t>
            </a:r>
          </a:p>
          <a:p>
            <a:pPr lvl="4">
              <a:lnSpc>
                <a:spcPct val="80000"/>
              </a:lnSpc>
            </a:pPr>
            <a:r>
              <a:rPr lang="ko-KR" altLang="en-US" spc="9" dirty="0">
                <a:solidFill>
                  <a:schemeClr val="tx1"/>
                </a:solidFill>
                <a:latin typeface="Noto Sans KR Medium" pitchFamily="34" charset="-127"/>
                <a:ea typeface="Noto Sans KR Medium" pitchFamily="34" charset="-127"/>
              </a:rPr>
              <a:t>다섯째 수준</a:t>
            </a:r>
            <a:endParaRPr lang="en-US" spc="9" dirty="0">
              <a:solidFill>
                <a:schemeClr val="tx1"/>
              </a:solidFill>
              <a:latin typeface="Noto Sans KR Medium" pitchFamily="34" charset="-127"/>
              <a:ea typeface="Noto Sans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119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18802" y="2979383"/>
            <a:ext cx="4896871" cy="708348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rgbClr val="EB2121"/>
                </a:solidFill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3600" b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THANK YOU</a:t>
            </a:r>
            <a:endParaRPr lang="en-US" sz="3600" b="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60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969</TotalTime>
  <Words>99</Words>
  <Application>Microsoft Office PowerPoint</Application>
  <PresentationFormat>사용자 지정</PresentationFormat>
  <Paragraphs>32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Main Title</dc:title>
  <dc:creator>N1511003-pc</dc:creator>
  <cp:lastModifiedBy>이지은</cp:lastModifiedBy>
  <cp:revision>147</cp:revision>
  <dcterms:created xsi:type="dcterms:W3CDTF">2016-11-17T08:11:02Z</dcterms:created>
  <dcterms:modified xsi:type="dcterms:W3CDTF">2018-10-16T08:21:55Z</dcterms:modified>
</cp:coreProperties>
</file>