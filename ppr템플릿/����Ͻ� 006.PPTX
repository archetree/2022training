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5588" cy="6859588"/>
  <p:notesSz cx="6858000" cy="9144000"/>
  <p:defaultTextStyle>
    <a:defPPr>
      <a:defRPr lang="ko-KR"/>
    </a:defPPr>
    <a:lvl1pPr marL="0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8671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7341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86012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14683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43354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72024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00695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29366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A4E9"/>
    <a:srgbClr val="4F4FCD"/>
    <a:srgbClr val="5672C2"/>
    <a:srgbClr val="6262B6"/>
    <a:srgbClr val="8DD6F7"/>
    <a:srgbClr val="36A0EB"/>
    <a:srgbClr val="4F4F4F"/>
    <a:srgbClr val="2095F3"/>
    <a:srgbClr val="EB2121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>
        <p:scale>
          <a:sx n="93" d="100"/>
          <a:sy n="93" d="100"/>
        </p:scale>
        <p:origin x="-2160" y="-546"/>
      </p:cViewPr>
      <p:guideLst>
        <p:guide orient="horz" pos="2161"/>
        <p:guide pos="28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2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28F9B-1627-4939-9DBE-0421917C3F99}" type="datetimeFigureOut">
              <a:rPr lang="ko-KR" altLang="en-US" smtClean="0"/>
              <a:t>2018-10-11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A1F3F-A412-498C-AA5F-2A6A274C3E7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457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8671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7341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86012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14683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43354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72024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00695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29366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86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09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6859588"/>
          </a:xfrm>
          <a:prstGeom prst="rect">
            <a:avLst/>
          </a:prstGeom>
        </p:spPr>
      </p:pic>
      <p:sp>
        <p:nvSpPr>
          <p:cNvPr id="19" name="company name"/>
          <p:cNvSpPr txBox="1">
            <a:spLocks/>
          </p:cNvSpPr>
          <p:nvPr userDrawn="1"/>
        </p:nvSpPr>
        <p:spPr>
          <a:xfrm>
            <a:off x="156632" y="6536800"/>
            <a:ext cx="1535111" cy="2895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300" b="0" dirty="0" smtClean="0">
                <a:solidFill>
                  <a:srgbClr val="89A4E9"/>
                </a:solidFill>
                <a:latin typeface="Noto Sans KR Medium" pitchFamily="34" charset="-127"/>
                <a:ea typeface="Noto Sans KR Medium" pitchFamily="34" charset="-127"/>
              </a:rPr>
              <a:t>COMPANY NAME</a:t>
            </a:r>
            <a:endParaRPr lang="en-US" sz="1300" b="0" dirty="0">
              <a:solidFill>
                <a:srgbClr val="89A4E9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20" name="logo"/>
          <p:cNvSpPr txBox="1">
            <a:spLocks/>
          </p:cNvSpPr>
          <p:nvPr userDrawn="1"/>
        </p:nvSpPr>
        <p:spPr>
          <a:xfrm>
            <a:off x="7502915" y="6536800"/>
            <a:ext cx="1535111" cy="2895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r"/>
            <a:r>
              <a:rPr lang="en-US" altLang="ko-KR" sz="1300" b="0" dirty="0" smtClean="0">
                <a:solidFill>
                  <a:srgbClr val="89A4E9"/>
                </a:solidFill>
                <a:latin typeface="Noto Sans KR Medium" pitchFamily="34" charset="-127"/>
                <a:ea typeface="Noto Sans KR Medium" pitchFamily="34" charset="-127"/>
              </a:rPr>
              <a:t>LOGO</a:t>
            </a:r>
            <a:endParaRPr lang="en-US" sz="1300" b="0" dirty="0">
              <a:solidFill>
                <a:srgbClr val="89A4E9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481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68595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56" y="3163978"/>
            <a:ext cx="3781077" cy="236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0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760" y="365212"/>
            <a:ext cx="7888070" cy="1325870"/>
          </a:xfrm>
          <a:prstGeom prst="rect">
            <a:avLst/>
          </a:prstGeom>
        </p:spPr>
        <p:txBody>
          <a:bodyPr vert="horz" lIns="85734" tIns="42867" rIns="85734" bIns="42867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760" y="1826048"/>
            <a:ext cx="7888070" cy="4352345"/>
          </a:xfrm>
          <a:prstGeom prst="rect">
            <a:avLst/>
          </a:prstGeom>
        </p:spPr>
        <p:txBody>
          <a:bodyPr vert="horz" lIns="85734" tIns="42867" rIns="85734" bIns="42867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759" y="6357824"/>
            <a:ext cx="2057757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A691F-5D28-4F4B-BC8A-8C67B6A34159}" type="datetimeFigureOut">
              <a:rPr lang="ko-KR" altLang="en-US" smtClean="0"/>
              <a:t>2018-10-11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9477" y="6357824"/>
            <a:ext cx="3086636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072" y="6357824"/>
            <a:ext cx="2057757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BF512-3BEE-44D9-9C69-0A8B34FC7B3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838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77" r:id="rId4"/>
  </p:sldLayoutIdLst>
  <p:timing>
    <p:tnLst>
      <p:par>
        <p:cTn id="1" dur="indefinite" restart="never" nodeType="tmRoot"/>
      </p:par>
    </p:tnLst>
  </p:timing>
  <p:txStyles>
    <p:titleStyle>
      <a:lvl1pPr algn="l" defTabSz="857341" rtl="0" eaLnBrk="1" latinLnBrk="1" hangingPunct="1">
        <a:lnSpc>
          <a:spcPct val="90000"/>
        </a:lnSpc>
        <a:spcBef>
          <a:spcPct val="0"/>
        </a:spcBef>
        <a:buNone/>
        <a:defRPr sz="4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35" indent="-214335" algn="l" defTabSz="857341" rtl="0" eaLnBrk="1" latinLnBrk="1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3006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71677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00348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29018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57689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86360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15030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8671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41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86012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683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3354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72024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00695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29366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488665" y="3434791"/>
            <a:ext cx="5673889" cy="4415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kern="1200">
                <a:solidFill>
                  <a:schemeClr val="bg2">
                    <a:lumMod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>
              <a:lnSpc>
                <a:spcPts val="3750"/>
              </a:lnSpc>
            </a:pPr>
            <a:r>
              <a:rPr lang="en-US" altLang="ko-KR" sz="1300" spc="1313" dirty="0">
                <a:solidFill>
                  <a:schemeClr val="bg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BUSINESS TEMPLATE</a:t>
            </a:r>
            <a:endParaRPr lang="en-US" sz="1300" spc="1313" dirty="0">
              <a:solidFill>
                <a:schemeClr val="bg1"/>
              </a:solidFill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480565" y="4377145"/>
            <a:ext cx="1807556" cy="2096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500" b="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DATE  2018.00.00</a:t>
            </a:r>
            <a:endParaRPr lang="en-US" sz="1500" b="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6147" y="382569"/>
            <a:ext cx="1219791" cy="30695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900" b="0" dirty="0">
                <a:solidFill>
                  <a:srgbClr val="5672C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LOGO</a:t>
            </a:r>
            <a:endParaRPr lang="en-US" sz="1900" b="0" dirty="0">
              <a:solidFill>
                <a:srgbClr val="5672C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6147" y="2885678"/>
            <a:ext cx="4896871" cy="803137"/>
          </a:xfrm>
          <a:prstGeom prst="rect">
            <a:avLst/>
          </a:prstGeom>
          <a:effectLst>
            <a:outerShdw blurRad="50800" dist="38100" dir="5400000" algn="t" rotWithShape="0">
              <a:srgbClr val="4F4FCD">
                <a:alpha val="40000"/>
              </a:srgbClr>
            </a:outerShdw>
          </a:effectLst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b="0" spc="28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PRESENTATION</a:t>
            </a:r>
            <a:endParaRPr lang="en-US" b="0" spc="281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26146" y="6063196"/>
            <a:ext cx="2601543" cy="30695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900" b="0" dirty="0">
                <a:solidFill>
                  <a:srgbClr val="5672C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COMPANY NAME</a:t>
            </a:r>
            <a:endParaRPr lang="en-US" sz="1900" b="0" dirty="0">
              <a:solidFill>
                <a:srgbClr val="5672C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6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1449746" y="1420112"/>
            <a:ext cx="2310306" cy="6880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2800" b="0" dirty="0">
                <a:solidFill>
                  <a:schemeClr val="bg1"/>
                </a:solidFill>
                <a:latin typeface="Noto Sans KR Bold" pitchFamily="34" charset="-127"/>
                <a:ea typeface="Noto Sans KR Bold" pitchFamily="34" charset="-127"/>
              </a:rPr>
              <a:t>Contents</a:t>
            </a:r>
            <a:endParaRPr lang="en-US" sz="2800" b="0" dirty="0"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983334" y="1452717"/>
            <a:ext cx="46442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Bold" pitchFamily="34" charset="-127"/>
                <a:ea typeface="Noto Sans KR Bold" pitchFamily="34" charset="-127"/>
              </a:rPr>
              <a:t>01</a:t>
            </a:r>
            <a:endParaRPr lang="en-US" sz="2600" b="0" dirty="0">
              <a:solidFill>
                <a:schemeClr val="bg1"/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839332" y="156589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Depth </a:t>
            </a:r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 Title Text</a:t>
            </a:r>
            <a:endParaRPr lang="en-US" sz="17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983334" y="2214974"/>
            <a:ext cx="46442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Bold" pitchFamily="34" charset="-127"/>
                <a:ea typeface="Noto Sans KR Bold" pitchFamily="34" charset="-127"/>
              </a:rPr>
              <a:t>02</a:t>
            </a:r>
            <a:endParaRPr lang="en-US" sz="2600" b="0" dirty="0">
              <a:solidFill>
                <a:schemeClr val="bg1"/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4839332" y="2328749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Depth </a:t>
            </a:r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 Title Text</a:t>
            </a:r>
            <a:endParaRPr lang="en-US" sz="17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3983334" y="3025252"/>
            <a:ext cx="46442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Bold" pitchFamily="34" charset="-127"/>
                <a:ea typeface="Noto Sans KR Bold" pitchFamily="34" charset="-127"/>
              </a:rPr>
              <a:t>03</a:t>
            </a:r>
            <a:endParaRPr lang="en-US" sz="2600" b="0" dirty="0">
              <a:solidFill>
                <a:schemeClr val="bg1"/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4839332" y="3138430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Depth </a:t>
            </a:r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 Title Text</a:t>
            </a:r>
            <a:endParaRPr lang="en-US" sz="17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itle 1"/>
          <p:cNvSpPr txBox="1">
            <a:spLocks/>
          </p:cNvSpPr>
          <p:nvPr/>
        </p:nvSpPr>
        <p:spPr>
          <a:xfrm>
            <a:off x="3983334" y="3835530"/>
            <a:ext cx="46442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Bold" pitchFamily="34" charset="-127"/>
                <a:ea typeface="Noto Sans KR Bold" pitchFamily="34" charset="-127"/>
              </a:rPr>
              <a:t>04</a:t>
            </a:r>
            <a:endParaRPr lang="en-US" sz="2600" b="0" dirty="0">
              <a:solidFill>
                <a:schemeClr val="bg1"/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4839332" y="3948708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Depth </a:t>
            </a:r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 Title Text</a:t>
            </a:r>
            <a:endParaRPr lang="en-US" sz="17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itle 1"/>
          <p:cNvSpPr txBox="1">
            <a:spLocks/>
          </p:cNvSpPr>
          <p:nvPr/>
        </p:nvSpPr>
        <p:spPr>
          <a:xfrm>
            <a:off x="3983334" y="4713927"/>
            <a:ext cx="46442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Bold" pitchFamily="34" charset="-127"/>
                <a:ea typeface="Noto Sans KR Bold" pitchFamily="34" charset="-127"/>
              </a:rPr>
              <a:t>05</a:t>
            </a:r>
            <a:endParaRPr lang="en-US" sz="2600" b="0" dirty="0">
              <a:solidFill>
                <a:schemeClr val="bg1"/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4839332" y="482710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Depth </a:t>
            </a:r>
            <a:r>
              <a:rPr lang="en-US" altLang="ko-KR" sz="1700" b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 Title Text</a:t>
            </a:r>
            <a:endParaRPr lang="en-US" sz="17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4206944" y="1452717"/>
            <a:ext cx="42220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Medium" pitchFamily="34" charset="-127"/>
                <a:ea typeface="Noto Sans KR Medium" pitchFamily="34" charset="-127"/>
              </a:rPr>
              <a:t>/</a:t>
            </a:r>
            <a:endParaRPr lang="en-US" sz="2600" b="0" dirty="0">
              <a:solidFill>
                <a:schemeClr val="bg1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215876" y="2214974"/>
            <a:ext cx="42220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Medium" pitchFamily="34" charset="-127"/>
                <a:ea typeface="Noto Sans KR Medium" pitchFamily="34" charset="-127"/>
              </a:rPr>
              <a:t>/</a:t>
            </a:r>
            <a:endParaRPr lang="en-US" sz="2600" b="0" dirty="0">
              <a:solidFill>
                <a:schemeClr val="bg1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4198013" y="3025252"/>
            <a:ext cx="42220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Medium" pitchFamily="34" charset="-127"/>
                <a:ea typeface="Noto Sans KR Medium" pitchFamily="34" charset="-127"/>
              </a:rPr>
              <a:t>/</a:t>
            </a:r>
            <a:endParaRPr lang="en-US" sz="2600" b="0" dirty="0">
              <a:solidFill>
                <a:schemeClr val="bg1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4209499" y="3835530"/>
            <a:ext cx="42220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Medium" pitchFamily="34" charset="-127"/>
                <a:ea typeface="Noto Sans KR Medium" pitchFamily="34" charset="-127"/>
              </a:rPr>
              <a:t>/</a:t>
            </a:r>
            <a:endParaRPr lang="en-US" sz="2600" b="0" dirty="0">
              <a:solidFill>
                <a:schemeClr val="bg1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49" name="Title 1"/>
          <p:cNvSpPr txBox="1">
            <a:spLocks/>
          </p:cNvSpPr>
          <p:nvPr/>
        </p:nvSpPr>
        <p:spPr>
          <a:xfrm>
            <a:off x="4199290" y="4713270"/>
            <a:ext cx="422203" cy="4527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600" b="0" dirty="0">
                <a:solidFill>
                  <a:schemeClr val="bg1"/>
                </a:solidFill>
                <a:latin typeface="Noto Sans KR Medium" pitchFamily="34" charset="-127"/>
                <a:ea typeface="Noto Sans KR Medium" pitchFamily="34" charset="-127"/>
              </a:rPr>
              <a:t>/</a:t>
            </a:r>
            <a:endParaRPr lang="en-US" sz="2600" b="0" dirty="0">
              <a:solidFill>
                <a:schemeClr val="bg1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46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269428" y="780375"/>
            <a:ext cx="8642459" cy="5630518"/>
          </a:xfrm>
          <a:prstGeom prst="rect">
            <a:avLst/>
          </a:prstGeom>
        </p:spPr>
        <p:txBody>
          <a:bodyPr lIns="0" tIns="0" rIns="0" bIns="0"/>
          <a:lstStyle>
            <a:lvl1pPr marL="0" indent="-2880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0000" indent="-252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lt"/>
              <a:buAutoNum type="arabicPeriod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lt"/>
              <a:buAutoNum type="alphaUcPeriod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52000" indent="-180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ea"/>
              <a:buAutoNum type="circleNumDbPlain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40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700" b="0" dirty="0">
                <a:latin typeface="Noto Sans KR Medium" pitchFamily="34" charset="-127"/>
                <a:ea typeface="Noto Sans KR Medium" pitchFamily="34" charset="-127"/>
              </a:rPr>
              <a:t>마스터 텍스트 스타일을 편집합니다</a:t>
            </a:r>
          </a:p>
          <a:p>
            <a:pPr lvl="1">
              <a:lnSpc>
                <a:spcPct val="80000"/>
              </a:lnSpc>
            </a:pPr>
            <a:r>
              <a:rPr lang="ko-KR" altLang="en-US" sz="1700" dirty="0">
                <a:latin typeface="Noto Sans KR Medium" pitchFamily="34" charset="-127"/>
                <a:ea typeface="Noto Sans KR Medium" pitchFamily="34" charset="-127"/>
              </a:rPr>
              <a:t>둘째 수준</a:t>
            </a:r>
          </a:p>
          <a:p>
            <a:pPr lvl="2">
              <a:lnSpc>
                <a:spcPct val="80000"/>
              </a:lnSpc>
            </a:pPr>
            <a:r>
              <a:rPr lang="ko-KR" altLang="en-US" sz="1500" dirty="0">
                <a:latin typeface="Noto Sans KR Medium" pitchFamily="34" charset="-127"/>
                <a:ea typeface="Noto Sans KR Medium" pitchFamily="34" charset="-127"/>
              </a:rPr>
              <a:t>셋째 수준</a:t>
            </a:r>
          </a:p>
          <a:p>
            <a:pPr lvl="3">
              <a:lnSpc>
                <a:spcPct val="80000"/>
              </a:lnSpc>
            </a:pPr>
            <a:r>
              <a:rPr lang="ko-KR" altLang="en-US" dirty="0" smtClean="0">
                <a:latin typeface="Noto Sans KR Medium" pitchFamily="34" charset="-127"/>
                <a:ea typeface="Noto Sans KR Medium" pitchFamily="34" charset="-127"/>
              </a:rPr>
              <a:t>넷째 수준</a:t>
            </a:r>
          </a:p>
          <a:p>
            <a:pPr lvl="4">
              <a:lnSpc>
                <a:spcPct val="80000"/>
              </a:lnSpc>
            </a:pPr>
            <a:r>
              <a:rPr lang="ko-KR" altLang="en-US" dirty="0" smtClean="0">
                <a:latin typeface="Noto Sans KR Medium" pitchFamily="34" charset="-127"/>
                <a:ea typeface="Noto Sans KR Medium" pitchFamily="34" charset="-127"/>
              </a:rPr>
              <a:t>다섯째 수준</a:t>
            </a:r>
            <a:endParaRPr lang="en-US" dirty="0"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156814" y="70173"/>
            <a:ext cx="3787842" cy="384984"/>
          </a:xfrm>
          <a:prstGeom prst="rect">
            <a:avLst/>
          </a:prstGeom>
        </p:spPr>
        <p:txBody>
          <a:bodyPr vert="horz" lIns="85734" tIns="42867" rIns="85734" bIns="42867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 TITLE TEXT</a:t>
            </a:r>
            <a:endParaRPr lang="ko-KR" altLang="en-US" sz="18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68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40793" y="1635232"/>
            <a:ext cx="4896871" cy="803137"/>
          </a:xfrm>
          <a:prstGeom prst="rect">
            <a:avLst/>
          </a:prstGeom>
          <a:effectLst>
            <a:outerShdw blurRad="50800" dist="38100" dir="5400000" algn="t" rotWithShape="0">
              <a:srgbClr val="4F4FCD">
                <a:alpha val="40000"/>
              </a:srgbClr>
            </a:outerShdw>
          </a:effectLst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b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THANK YOU</a:t>
            </a:r>
            <a:endParaRPr lang="en-US" b="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60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</TotalTime>
  <Words>61</Words>
  <Application>Microsoft Office PowerPoint</Application>
  <PresentationFormat>사용자 지정</PresentationFormat>
  <Paragraphs>28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Main Title</dc:title>
  <dc:creator>N1511003-pc</dc:creator>
  <cp:lastModifiedBy>이지은</cp:lastModifiedBy>
  <cp:revision>60</cp:revision>
  <dcterms:created xsi:type="dcterms:W3CDTF">2016-11-17T08:11:02Z</dcterms:created>
  <dcterms:modified xsi:type="dcterms:W3CDTF">2018-10-11T06:02:22Z</dcterms:modified>
</cp:coreProperties>
</file>