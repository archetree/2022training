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60" r:id="rId4"/>
    <p:sldId id="259" r:id="rId5"/>
  </p:sldIdLst>
  <p:sldSz cx="9145588" cy="6859588"/>
  <p:notesSz cx="6858000" cy="9144000"/>
  <p:defaultTextStyle>
    <a:defPPr>
      <a:defRPr lang="ko-KR"/>
    </a:defPPr>
    <a:lvl1pPr marL="0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8671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7341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86012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14683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43354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72024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00695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29366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965"/>
    <a:srgbClr val="FFE24F"/>
    <a:srgbClr val="FFDC37"/>
    <a:srgbClr val="FEEA58"/>
    <a:srgbClr val="5D6768"/>
    <a:srgbClr val="4F4F4F"/>
    <a:srgbClr val="0793D4"/>
    <a:srgbClr val="13C0BE"/>
    <a:srgbClr val="11A384"/>
    <a:srgbClr val="12A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992" y="-390"/>
      </p:cViewPr>
      <p:guideLst>
        <p:guide orient="horz" pos="2161"/>
        <p:guide pos="288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28F9B-1627-4939-9DBE-0421917C3F99}" type="datetimeFigureOut">
              <a:rPr lang="ko-KR" altLang="en-US" smtClean="0"/>
              <a:t>2018-10-11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A1F3F-A412-498C-AA5F-2A6A274C3E7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457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8671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7341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86012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14683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43354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72024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00695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29366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A1F3F-A412-498C-AA5F-2A6A274C3E74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0614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 userDrawn="1"/>
        </p:nvGrpSpPr>
        <p:grpSpPr>
          <a:xfrm>
            <a:off x="0" y="0"/>
            <a:ext cx="9145588" cy="6862449"/>
            <a:chOff x="0" y="0"/>
            <a:chExt cx="9753600" cy="7318251"/>
          </a:xfrm>
        </p:grpSpPr>
        <p:sp>
          <p:nvSpPr>
            <p:cNvPr id="2" name="직사각형 1"/>
            <p:cNvSpPr/>
            <p:nvPr userDrawn="1"/>
          </p:nvSpPr>
          <p:spPr>
            <a:xfrm>
              <a:off x="0" y="0"/>
              <a:ext cx="9753600" cy="383857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 userDrawn="1"/>
          </p:nvSpPr>
          <p:spPr>
            <a:xfrm>
              <a:off x="0" y="3838575"/>
              <a:ext cx="9753600" cy="3479676"/>
            </a:xfrm>
            <a:prstGeom prst="rect">
              <a:avLst/>
            </a:prstGeom>
            <a:solidFill>
              <a:srgbClr val="FEEA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45" y="156737"/>
            <a:ext cx="8777499" cy="65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86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324055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28" y="638040"/>
            <a:ext cx="6644841" cy="58562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028" y="4520622"/>
            <a:ext cx="1598457" cy="161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109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 userDrawn="1"/>
        </p:nvGrpSpPr>
        <p:grpSpPr>
          <a:xfrm>
            <a:off x="0" y="0"/>
            <a:ext cx="9145588" cy="6862449"/>
            <a:chOff x="0" y="0"/>
            <a:chExt cx="9753600" cy="7318251"/>
          </a:xfrm>
        </p:grpSpPr>
        <p:sp>
          <p:nvSpPr>
            <p:cNvPr id="7" name="직사각형 6"/>
            <p:cNvSpPr/>
            <p:nvPr userDrawn="1"/>
          </p:nvSpPr>
          <p:spPr>
            <a:xfrm>
              <a:off x="0" y="0"/>
              <a:ext cx="9753600" cy="383857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 userDrawn="1"/>
          </p:nvSpPr>
          <p:spPr>
            <a:xfrm>
              <a:off x="0" y="3838575"/>
              <a:ext cx="9753600" cy="3479676"/>
            </a:xfrm>
            <a:prstGeom prst="rect">
              <a:avLst/>
            </a:prstGeom>
            <a:solidFill>
              <a:srgbClr val="FEEA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/>
          <p:cNvSpPr/>
          <p:nvPr userDrawn="1"/>
        </p:nvSpPr>
        <p:spPr>
          <a:xfrm>
            <a:off x="184045" y="156737"/>
            <a:ext cx="8777499" cy="6546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481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 userDrawn="1"/>
        </p:nvGrpSpPr>
        <p:grpSpPr>
          <a:xfrm>
            <a:off x="0" y="0"/>
            <a:ext cx="9145588" cy="6862449"/>
            <a:chOff x="0" y="0"/>
            <a:chExt cx="9753600" cy="7318251"/>
          </a:xfrm>
        </p:grpSpPr>
        <p:sp>
          <p:nvSpPr>
            <p:cNvPr id="5" name="직사각형 4"/>
            <p:cNvSpPr/>
            <p:nvPr userDrawn="1"/>
          </p:nvSpPr>
          <p:spPr>
            <a:xfrm>
              <a:off x="0" y="0"/>
              <a:ext cx="9753600" cy="383857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 userDrawn="1"/>
          </p:nvSpPr>
          <p:spPr>
            <a:xfrm>
              <a:off x="0" y="3838575"/>
              <a:ext cx="9753600" cy="3479676"/>
            </a:xfrm>
            <a:prstGeom prst="rect">
              <a:avLst/>
            </a:prstGeom>
            <a:solidFill>
              <a:srgbClr val="FEEA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45" y="156737"/>
            <a:ext cx="8777499" cy="65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0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760" y="365212"/>
            <a:ext cx="7888070" cy="1325870"/>
          </a:xfrm>
          <a:prstGeom prst="rect">
            <a:avLst/>
          </a:prstGeom>
        </p:spPr>
        <p:txBody>
          <a:bodyPr vert="horz" lIns="85734" tIns="42867" rIns="85734" bIns="42867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760" y="1826048"/>
            <a:ext cx="7888070" cy="4352345"/>
          </a:xfrm>
          <a:prstGeom prst="rect">
            <a:avLst/>
          </a:prstGeom>
        </p:spPr>
        <p:txBody>
          <a:bodyPr vert="horz" lIns="85734" tIns="42867" rIns="85734" bIns="42867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759" y="6357824"/>
            <a:ext cx="2057757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A691F-5D28-4F4B-BC8A-8C67B6A34159}" type="datetimeFigureOut">
              <a:rPr lang="ko-KR" altLang="en-US" smtClean="0"/>
              <a:t>2018-10-11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9477" y="6357824"/>
            <a:ext cx="3086636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072" y="6357824"/>
            <a:ext cx="2057757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BF512-3BEE-44D9-9C69-0A8B34FC7B3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838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77" r:id="rId4"/>
  </p:sldLayoutIdLst>
  <p:timing>
    <p:tnLst>
      <p:par>
        <p:cTn id="1" dur="indefinite" restart="never" nodeType="tmRoot"/>
      </p:par>
    </p:tnLst>
  </p:timing>
  <p:txStyles>
    <p:titleStyle>
      <a:lvl1pPr algn="l" defTabSz="857341" rtl="0" eaLnBrk="1" latinLnBrk="1" hangingPunct="1">
        <a:lnSpc>
          <a:spcPct val="90000"/>
        </a:lnSpc>
        <a:spcBef>
          <a:spcPct val="0"/>
        </a:spcBef>
        <a:buNone/>
        <a:defRPr sz="4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35" indent="-214335" algn="l" defTabSz="857341" rtl="0" eaLnBrk="1" latinLnBrk="1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3006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071677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500348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29018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57689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86360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15030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8671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41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86012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683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3354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72024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00695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29366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2124359" y="2399068"/>
            <a:ext cx="4896871" cy="803137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4700" b="0" spc="281"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PRESENTATION</a:t>
            </a:r>
            <a:endParaRPr lang="en-US" sz="4700" b="0" spc="281" dirty="0"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557822" y="5742474"/>
            <a:ext cx="2029944" cy="415418"/>
            <a:chOff x="919261" y="3828363"/>
            <a:chExt cx="2164898" cy="443010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919261" y="3828363"/>
              <a:ext cx="2164898" cy="443010"/>
            </a:xfrm>
            <a:prstGeom prst="roundRect">
              <a:avLst>
                <a:gd name="adj" fmla="val 50000"/>
              </a:avLst>
            </a:prstGeom>
            <a:solidFill>
              <a:srgbClr val="FFDC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itle 1"/>
            <p:cNvSpPr txBox="1">
              <a:spLocks/>
            </p:cNvSpPr>
            <p:nvPr/>
          </p:nvSpPr>
          <p:spPr>
            <a:xfrm>
              <a:off x="1037848" y="3938080"/>
              <a:ext cx="1927725" cy="223577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buNone/>
                <a:defRPr sz="4500" b="1" kern="1200">
                  <a:solidFill>
                    <a:srgbClr val="EB2121"/>
                  </a:solidFill>
                  <a:effectLst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+mj-cs"/>
                </a:defRPr>
              </a:lvl1pPr>
            </a:lstStyle>
            <a:p>
              <a:pPr algn="ctr"/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DATE  2018.00.00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7" name="Title 1"/>
          <p:cNvSpPr txBox="1">
            <a:spLocks/>
          </p:cNvSpPr>
          <p:nvPr/>
        </p:nvSpPr>
        <p:spPr>
          <a:xfrm>
            <a:off x="553979" y="335528"/>
            <a:ext cx="1727804" cy="551233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3800" b="0" spc="-28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2018</a:t>
            </a:r>
            <a:endParaRPr lang="en-US" sz="3800" b="0" spc="-28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298806" y="3049884"/>
            <a:ext cx="1192227" cy="330682"/>
          </a:xfrm>
          <a:prstGeom prst="rect">
            <a:avLst/>
          </a:prstGeom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kern="1200">
                <a:solidFill>
                  <a:schemeClr val="bg2">
                    <a:lumMod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ko-KR" sz="1300" b="1" spc="28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BUSINESS</a:t>
            </a:r>
            <a:endParaRPr lang="en-US" sz="1300" b="1" spc="28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3604815" y="3210111"/>
            <a:ext cx="0" cy="165341"/>
          </a:xfrm>
          <a:prstGeom prst="line">
            <a:avLst/>
          </a:prstGeom>
          <a:ln w="25400">
            <a:solidFill>
              <a:srgbClr val="FFDC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/>
          <p:cNvSpPr txBox="1">
            <a:spLocks/>
          </p:cNvSpPr>
          <p:nvPr/>
        </p:nvSpPr>
        <p:spPr>
          <a:xfrm>
            <a:off x="4003474" y="3049884"/>
            <a:ext cx="1192227" cy="330682"/>
          </a:xfrm>
          <a:prstGeom prst="rect">
            <a:avLst/>
          </a:prstGeom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kern="1200">
                <a:solidFill>
                  <a:schemeClr val="bg2">
                    <a:lumMod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ko-KR" sz="1300" b="1" spc="28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TEMPLATE</a:t>
            </a:r>
            <a:endParaRPr lang="en-US" sz="1300" b="1" spc="28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5439136" y="3210111"/>
            <a:ext cx="0" cy="165341"/>
          </a:xfrm>
          <a:prstGeom prst="line">
            <a:avLst/>
          </a:prstGeom>
          <a:ln w="25400">
            <a:solidFill>
              <a:srgbClr val="FFDC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/>
          <p:cNvSpPr txBox="1">
            <a:spLocks/>
          </p:cNvSpPr>
          <p:nvPr/>
        </p:nvSpPr>
        <p:spPr>
          <a:xfrm>
            <a:off x="5967149" y="3049884"/>
            <a:ext cx="1192227" cy="330682"/>
          </a:xfrm>
          <a:prstGeom prst="rect">
            <a:avLst/>
          </a:prstGeom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kern="1200">
                <a:solidFill>
                  <a:schemeClr val="bg2">
                    <a:lumMod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ko-KR" sz="1300" b="1" spc="28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SAMPLE</a:t>
            </a:r>
            <a:endParaRPr lang="en-US" sz="1300" b="1" spc="28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6868448" y="473337"/>
            <a:ext cx="1727804" cy="275617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r"/>
            <a:r>
              <a:rPr lang="en-US" altLang="ko-KR" sz="1900" b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LOGO</a:t>
            </a:r>
            <a:endParaRPr lang="en-US" sz="1900" b="0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618" y="3664868"/>
            <a:ext cx="582586" cy="50289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347" y="3635128"/>
            <a:ext cx="510698" cy="56237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929" y="3653926"/>
            <a:ext cx="326509" cy="52477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439" y="3628070"/>
            <a:ext cx="521262" cy="57648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916" y="3628072"/>
            <a:ext cx="570322" cy="576487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483" y="3710865"/>
            <a:ext cx="570322" cy="41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39387" y="613060"/>
            <a:ext cx="1947010" cy="64798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r"/>
            <a:r>
              <a:rPr lang="en-US" altLang="ko-KR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Contents</a:t>
            </a:r>
            <a:endParaRPr lang="en-US" sz="28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628350" y="1412699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1 DEPTH SUB TITLE TEXT</a:t>
            </a:r>
            <a:endParaRPr lang="en-US" sz="17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4647400" y="1759369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5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Medium" pitchFamily="34" charset="-127"/>
                <a:ea typeface="Noto Sans CJK KR Medium" pitchFamily="34" charset="-127"/>
              </a:rPr>
              <a:t>1 DEPTH SUB TITLE TEXT</a:t>
            </a:r>
            <a:endParaRPr lang="en-US" sz="1500" b="0" dirty="0">
              <a:solidFill>
                <a:schemeClr val="tx1">
                  <a:lumMod val="85000"/>
                  <a:lumOff val="15000"/>
                </a:schemeClr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065" y="5627914"/>
            <a:ext cx="596595" cy="514985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786687"/>
            <a:ext cx="533797" cy="59035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372" y="4759653"/>
            <a:ext cx="584036" cy="590349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3524250" y="1289091"/>
            <a:ext cx="829981" cy="829981"/>
          </a:xfrm>
          <a:prstGeom prst="rect">
            <a:avLst/>
          </a:prstGeom>
          <a:solidFill>
            <a:schemeClr val="tx1"/>
          </a:solidFill>
          <a:ln w="25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474861" y="1239702"/>
            <a:ext cx="829981" cy="829981"/>
          </a:xfrm>
          <a:prstGeom prst="rect">
            <a:avLst/>
          </a:prstGeom>
          <a:solidFill>
            <a:srgbClr val="FEEA58"/>
          </a:solidFill>
          <a:ln w="254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3608505" y="1524788"/>
            <a:ext cx="586500" cy="5717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01</a:t>
            </a:r>
            <a:endParaRPr lang="en-US" sz="23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4628350" y="2522545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1 DEPTH SUB TITLE TEXT</a:t>
            </a:r>
            <a:endParaRPr lang="en-US" sz="17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82" name="Title 1"/>
          <p:cNvSpPr txBox="1">
            <a:spLocks/>
          </p:cNvSpPr>
          <p:nvPr/>
        </p:nvSpPr>
        <p:spPr>
          <a:xfrm>
            <a:off x="4647400" y="2869215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5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Medium" pitchFamily="34" charset="-127"/>
                <a:ea typeface="Noto Sans CJK KR Medium" pitchFamily="34" charset="-127"/>
              </a:rPr>
              <a:t>1 DEPTH SUB TITLE TEXT</a:t>
            </a:r>
            <a:endParaRPr lang="en-US" sz="1500" b="0" dirty="0">
              <a:solidFill>
                <a:schemeClr val="tx1">
                  <a:lumMod val="85000"/>
                  <a:lumOff val="15000"/>
                </a:schemeClr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3524250" y="2398937"/>
            <a:ext cx="829981" cy="829981"/>
          </a:xfrm>
          <a:prstGeom prst="rect">
            <a:avLst/>
          </a:prstGeom>
          <a:solidFill>
            <a:schemeClr val="tx1"/>
          </a:solidFill>
          <a:ln w="25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/>
          <p:cNvSpPr/>
          <p:nvPr/>
        </p:nvSpPr>
        <p:spPr>
          <a:xfrm>
            <a:off x="3474861" y="2349548"/>
            <a:ext cx="829981" cy="829981"/>
          </a:xfrm>
          <a:prstGeom prst="rect">
            <a:avLst/>
          </a:prstGeom>
          <a:solidFill>
            <a:srgbClr val="FEEA58"/>
          </a:solidFill>
          <a:ln w="254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itle 1"/>
          <p:cNvSpPr txBox="1">
            <a:spLocks/>
          </p:cNvSpPr>
          <p:nvPr/>
        </p:nvSpPr>
        <p:spPr>
          <a:xfrm>
            <a:off x="3608505" y="2634634"/>
            <a:ext cx="586500" cy="5717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300" b="0" smtClean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02</a:t>
            </a:r>
            <a:endParaRPr lang="en-US" sz="23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87" name="Title 1"/>
          <p:cNvSpPr txBox="1">
            <a:spLocks/>
          </p:cNvSpPr>
          <p:nvPr/>
        </p:nvSpPr>
        <p:spPr>
          <a:xfrm>
            <a:off x="4628350" y="3602665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1 DEPTH SUB TITLE TEXT</a:t>
            </a:r>
            <a:endParaRPr lang="en-US" sz="17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88" name="Title 1"/>
          <p:cNvSpPr txBox="1">
            <a:spLocks/>
          </p:cNvSpPr>
          <p:nvPr/>
        </p:nvSpPr>
        <p:spPr>
          <a:xfrm>
            <a:off x="4647400" y="3949335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5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Medium" pitchFamily="34" charset="-127"/>
                <a:ea typeface="Noto Sans CJK KR Medium" pitchFamily="34" charset="-127"/>
              </a:rPr>
              <a:t>1 DEPTH SUB TITLE TEXT</a:t>
            </a:r>
            <a:endParaRPr lang="en-US" sz="1500" b="0" dirty="0">
              <a:solidFill>
                <a:schemeClr val="tx1">
                  <a:lumMod val="85000"/>
                  <a:lumOff val="15000"/>
                </a:schemeClr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524250" y="3479057"/>
            <a:ext cx="829981" cy="829981"/>
          </a:xfrm>
          <a:prstGeom prst="rect">
            <a:avLst/>
          </a:prstGeom>
          <a:solidFill>
            <a:schemeClr val="tx1"/>
          </a:solidFill>
          <a:ln w="25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>
          <a:xfrm>
            <a:off x="3474861" y="3429668"/>
            <a:ext cx="829981" cy="829981"/>
          </a:xfrm>
          <a:prstGeom prst="rect">
            <a:avLst/>
          </a:prstGeom>
          <a:solidFill>
            <a:srgbClr val="FEEA58"/>
          </a:solidFill>
          <a:ln w="254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itle 1"/>
          <p:cNvSpPr txBox="1">
            <a:spLocks/>
          </p:cNvSpPr>
          <p:nvPr/>
        </p:nvSpPr>
        <p:spPr>
          <a:xfrm>
            <a:off x="3608505" y="3714754"/>
            <a:ext cx="586500" cy="5717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300" b="0" smtClean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03</a:t>
            </a:r>
            <a:endParaRPr lang="en-US" sz="23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93" name="Title 1"/>
          <p:cNvSpPr txBox="1">
            <a:spLocks/>
          </p:cNvSpPr>
          <p:nvPr/>
        </p:nvSpPr>
        <p:spPr>
          <a:xfrm>
            <a:off x="4628350" y="4682785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7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1 DEPTH SUB TITLE TEXT</a:t>
            </a:r>
            <a:endParaRPr lang="en-US" sz="17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94" name="Title 1"/>
          <p:cNvSpPr txBox="1">
            <a:spLocks/>
          </p:cNvSpPr>
          <p:nvPr/>
        </p:nvSpPr>
        <p:spPr>
          <a:xfrm>
            <a:off x="4647400" y="5029455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5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Medium" pitchFamily="34" charset="-127"/>
                <a:ea typeface="Noto Sans CJK KR Medium" pitchFamily="34" charset="-127"/>
              </a:rPr>
              <a:t>1 DEPTH SUB TITLE TEXT</a:t>
            </a:r>
            <a:endParaRPr lang="en-US" sz="1500" b="0" dirty="0">
              <a:solidFill>
                <a:schemeClr val="tx1">
                  <a:lumMod val="85000"/>
                  <a:lumOff val="15000"/>
                </a:schemeClr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3524250" y="4559177"/>
            <a:ext cx="829981" cy="829981"/>
          </a:xfrm>
          <a:prstGeom prst="rect">
            <a:avLst/>
          </a:prstGeom>
          <a:solidFill>
            <a:schemeClr val="tx1"/>
          </a:solidFill>
          <a:ln w="254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3474861" y="4509788"/>
            <a:ext cx="829981" cy="829981"/>
          </a:xfrm>
          <a:prstGeom prst="rect">
            <a:avLst/>
          </a:prstGeom>
          <a:solidFill>
            <a:srgbClr val="FEEA58"/>
          </a:solidFill>
          <a:ln w="254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itle 1"/>
          <p:cNvSpPr txBox="1">
            <a:spLocks/>
          </p:cNvSpPr>
          <p:nvPr/>
        </p:nvSpPr>
        <p:spPr>
          <a:xfrm>
            <a:off x="3608505" y="4794874"/>
            <a:ext cx="586500" cy="5717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300" b="0" smtClean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04</a:t>
            </a:r>
            <a:endParaRPr lang="en-US" sz="23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746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396331" y="1371599"/>
            <a:ext cx="8388654" cy="5193239"/>
          </a:xfrm>
          <a:prstGeom prst="rect">
            <a:avLst/>
          </a:prstGeom>
        </p:spPr>
        <p:txBody>
          <a:bodyPr lIns="0" tIns="0" rIns="0" bIns="0"/>
          <a:lstStyle>
            <a:lvl1pPr marL="0" indent="-2880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0000" indent="-252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lt"/>
              <a:buAutoNum type="arabicPeriod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lt"/>
              <a:buAutoNum type="alphaUcPeriod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52000" indent="-180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ea"/>
              <a:buAutoNum type="circleNumDbPlain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40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700" b="0" spc="9" dirty="0">
                <a:latin typeface="Noto Sans KR Medium" pitchFamily="34" charset="-127"/>
                <a:ea typeface="Noto Sans KR Medium" pitchFamily="34" charset="-127"/>
              </a:rPr>
              <a:t>마스터 텍스트 스타일을 편집합니다</a:t>
            </a:r>
          </a:p>
          <a:p>
            <a:pPr lvl="1">
              <a:lnSpc>
                <a:spcPct val="80000"/>
              </a:lnSpc>
            </a:pPr>
            <a:r>
              <a:rPr lang="ko-KR" altLang="en-US" sz="1700" spc="9" dirty="0">
                <a:latin typeface="Noto Sans KR Medium" pitchFamily="34" charset="-127"/>
                <a:ea typeface="Noto Sans KR Medium" pitchFamily="34" charset="-127"/>
              </a:rPr>
              <a:t>둘째 수준</a:t>
            </a:r>
          </a:p>
          <a:p>
            <a:pPr lvl="2">
              <a:lnSpc>
                <a:spcPct val="80000"/>
              </a:lnSpc>
            </a:pPr>
            <a:r>
              <a:rPr lang="ko-KR" altLang="en-US" sz="1500" spc="9" dirty="0">
                <a:latin typeface="Noto Sans KR Medium" pitchFamily="34" charset="-127"/>
                <a:ea typeface="Noto Sans KR Medium" pitchFamily="34" charset="-127"/>
              </a:rPr>
              <a:t>셋째 수준</a:t>
            </a:r>
          </a:p>
          <a:p>
            <a:pPr lvl="3">
              <a:lnSpc>
                <a:spcPct val="80000"/>
              </a:lnSpc>
            </a:pPr>
            <a:r>
              <a:rPr lang="ko-KR" altLang="en-US" spc="9" dirty="0">
                <a:latin typeface="Noto Sans KR Medium" pitchFamily="34" charset="-127"/>
                <a:ea typeface="Noto Sans KR Medium" pitchFamily="34" charset="-127"/>
              </a:rPr>
              <a:t>넷째 수준</a:t>
            </a:r>
          </a:p>
          <a:p>
            <a:pPr lvl="4">
              <a:lnSpc>
                <a:spcPct val="80000"/>
              </a:lnSpc>
            </a:pPr>
            <a:r>
              <a:rPr lang="ko-KR" altLang="en-US" spc="9" dirty="0">
                <a:latin typeface="Noto Sans KR Medium" pitchFamily="34" charset="-127"/>
                <a:ea typeface="Noto Sans KR Medium" pitchFamily="34" charset="-127"/>
              </a:rPr>
              <a:t>다섯째 수준</a:t>
            </a:r>
            <a:endParaRPr lang="en-US" spc="9" dirty="0">
              <a:latin typeface="Noto Sans KR Medium" pitchFamily="34" charset="-127"/>
              <a:ea typeface="Noto Sans KR Medium" pitchFamily="34" charset="-127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266025" y="288628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800" b="0" smtClean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TITLE </a:t>
            </a:r>
            <a:r>
              <a:rPr lang="en-US" altLang="ko-KR" sz="1800" b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TEXT</a:t>
            </a:r>
            <a:endParaRPr lang="en-US" sz="18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85075" y="749598"/>
            <a:ext cx="37614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500" b="0" smtClean="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itchFamily="34" charset="-127"/>
                <a:ea typeface="Noto Sans CJK KR Medium" pitchFamily="34" charset="-127"/>
              </a:rPr>
              <a:t>2Depth Sub Title Text</a:t>
            </a:r>
            <a:endParaRPr 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44650" y="272084"/>
            <a:ext cx="700894" cy="709340"/>
            <a:chOff x="442768" y="331563"/>
            <a:chExt cx="790407" cy="799932"/>
          </a:xfrm>
        </p:grpSpPr>
        <p:sp>
          <p:nvSpPr>
            <p:cNvPr id="9" name="직사각형 8"/>
            <p:cNvSpPr/>
            <p:nvPr/>
          </p:nvSpPr>
          <p:spPr>
            <a:xfrm>
              <a:off x="511207" y="409527"/>
              <a:ext cx="721968" cy="721968"/>
            </a:xfrm>
            <a:prstGeom prst="rect">
              <a:avLst/>
            </a:prstGeom>
            <a:solidFill>
              <a:schemeClr val="tx1"/>
            </a:solidFill>
            <a:ln w="25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42768" y="331563"/>
              <a:ext cx="721968" cy="721968"/>
            </a:xfrm>
            <a:prstGeom prst="rect">
              <a:avLst/>
            </a:prstGeom>
            <a:solidFill>
              <a:srgbClr val="FFE965"/>
            </a:solidFill>
            <a:ln w="254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itle 1"/>
          <p:cNvSpPr txBox="1">
            <a:spLocks/>
          </p:cNvSpPr>
          <p:nvPr/>
        </p:nvSpPr>
        <p:spPr>
          <a:xfrm>
            <a:off x="389055" y="429292"/>
            <a:ext cx="586500" cy="57171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Bold" pitchFamily="34" charset="-127"/>
                <a:ea typeface="Noto Sans KR Bold" pitchFamily="34" charset="-127"/>
              </a:rPr>
              <a:t>01</a:t>
            </a:r>
            <a:endParaRPr lang="en-US" sz="2300" b="0" dirty="0">
              <a:solidFill>
                <a:schemeClr val="tx1">
                  <a:lumMod val="85000"/>
                  <a:lumOff val="15000"/>
                </a:schemeClr>
              </a:solidFill>
              <a:latin typeface="Noto Sans KR Bold" pitchFamily="34" charset="-127"/>
              <a:ea typeface="Noto Sans KR Bold" pitchFamily="34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275550" y="630286"/>
            <a:ext cx="190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19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40793" y="2948200"/>
            <a:ext cx="4896871" cy="803137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4700" b="0">
                <a:solidFill>
                  <a:schemeClr val="tx1"/>
                </a:solidFill>
                <a:latin typeface="Noto Sans CJK KR Bold" pitchFamily="34" charset="-127"/>
                <a:ea typeface="Noto Sans CJK KR Bold" pitchFamily="34" charset="-127"/>
              </a:rPr>
              <a:t>THANK YOU</a:t>
            </a:r>
            <a:endParaRPr lang="en-US" sz="4700" b="0" dirty="0">
              <a:solidFill>
                <a:schemeClr val="tx1"/>
              </a:solidFill>
              <a:latin typeface="Noto Sans CJK KR Bold" pitchFamily="34" charset="-127"/>
              <a:ea typeface="Noto Sans CJK KR Bold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60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585</TotalTime>
  <Words>75</Words>
  <Application>Microsoft Office PowerPoint</Application>
  <PresentationFormat>사용자 지정</PresentationFormat>
  <Paragraphs>30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Main Title</dc:title>
  <dc:creator>N1511003-pc</dc:creator>
  <cp:lastModifiedBy>이지은</cp:lastModifiedBy>
  <cp:revision>89</cp:revision>
  <dcterms:created xsi:type="dcterms:W3CDTF">2016-11-17T08:11:02Z</dcterms:created>
  <dcterms:modified xsi:type="dcterms:W3CDTF">2018-10-11T06:52:33Z</dcterms:modified>
</cp:coreProperties>
</file>